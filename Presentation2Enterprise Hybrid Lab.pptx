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66" r:id="rId5"/>
    <p:sldId id="264" r:id="rId6"/>
    <p:sldId id="265" r:id="rId7"/>
    <p:sldId id="263" r:id="rId8"/>
    <p:sldId id="261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7" r:id="rId18"/>
    <p:sldId id="258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2" r:id="rId27"/>
    <p:sldId id="283" r:id="rId28"/>
    <p:sldId id="281" r:id="rId29"/>
    <p:sldId id="287" r:id="rId30"/>
    <p:sldId id="288" r:id="rId31"/>
    <p:sldId id="286" r:id="rId32"/>
    <p:sldId id="292" r:id="rId33"/>
    <p:sldId id="291" r:id="rId34"/>
    <p:sldId id="290" r:id="rId35"/>
    <p:sldId id="289" r:id="rId36"/>
    <p:sldId id="294" r:id="rId37"/>
    <p:sldId id="29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01A608-4319-4DDB-B395-EAAA00AA6FAB}" v="250" dt="2026-09-09T13:20:57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fi AGYEI" userId="f4302dcbee6aeec9" providerId="Windows Live" clId="Web-{8D01A608-4319-4DDB-B395-EAAA00AA6FAB}"/>
    <pc:docChg chg="addSld delSld modSld sldOrd">
      <pc:chgData name="kofi AGYEI" userId="f4302dcbee6aeec9" providerId="Windows Live" clId="Web-{8D01A608-4319-4DDB-B395-EAAA00AA6FAB}" dt="2026-09-09T13:20:57.781" v="251" actId="14100"/>
      <pc:docMkLst>
        <pc:docMk/>
      </pc:docMkLst>
      <pc:sldChg chg="modSp">
        <pc:chgData name="kofi AGYEI" userId="f4302dcbee6aeec9" providerId="Windows Live" clId="Web-{8D01A608-4319-4DDB-B395-EAAA00AA6FAB}" dt="2026-09-09T12:30:03.717" v="1"/>
        <pc:sldMkLst>
          <pc:docMk/>
          <pc:sldMk cId="109857222" sldId="256"/>
        </pc:sldMkLst>
        <pc:spChg chg="mod">
          <ac:chgData name="kofi AGYEI" userId="f4302dcbee6aeec9" providerId="Windows Live" clId="Web-{8D01A608-4319-4DDB-B395-EAAA00AA6FAB}" dt="2026-09-09T12:28:59.450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ofi AGYEI" userId="f4302dcbee6aeec9" providerId="Windows Live" clId="Web-{8D01A608-4319-4DDB-B395-EAAA00AA6FAB}" dt="2026-09-09T12:30:03.717" v="1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ord setBg">
        <pc:chgData name="kofi AGYEI" userId="f4302dcbee6aeec9" providerId="Windows Live" clId="Web-{8D01A608-4319-4DDB-B395-EAAA00AA6FAB}" dt="2026-09-09T12:51:26.092" v="48"/>
        <pc:sldMkLst>
          <pc:docMk/>
          <pc:sldMk cId="891249180" sldId="257"/>
        </pc:sldMkLst>
        <pc:spChg chg="mod">
          <ac:chgData name="kofi AGYEI" userId="f4302dcbee6aeec9" providerId="Windows Live" clId="Web-{8D01A608-4319-4DDB-B395-EAAA00AA6FAB}" dt="2026-09-09T12:34:29.727" v="4"/>
          <ac:spMkLst>
            <pc:docMk/>
            <pc:sldMk cId="891249180" sldId="257"/>
            <ac:spMk id="2" creationId="{CF974315-BDA9-44E5-7353-EB32A1AAC974}"/>
          </ac:spMkLst>
        </pc:spChg>
        <pc:spChg chg="del">
          <ac:chgData name="kofi AGYEI" userId="f4302dcbee6aeec9" providerId="Windows Live" clId="Web-{8D01A608-4319-4DDB-B395-EAAA00AA6FAB}" dt="2026-09-09T12:34:07.085" v="3"/>
          <ac:spMkLst>
            <pc:docMk/>
            <pc:sldMk cId="891249180" sldId="257"/>
            <ac:spMk id="3" creationId="{B1747855-A1CF-05E5-C974-DD77758CD6AE}"/>
          </ac:spMkLst>
        </pc:spChg>
        <pc:spChg chg="add del">
          <ac:chgData name="kofi AGYEI" userId="f4302dcbee6aeec9" providerId="Windows Live" clId="Web-{8D01A608-4319-4DDB-B395-EAAA00AA6FAB}" dt="2026-09-09T12:37:11.905" v="9"/>
          <ac:spMkLst>
            <pc:docMk/>
            <pc:sldMk cId="891249180" sldId="257"/>
            <ac:spMk id="8" creationId="{924E29D6-E63C-F74D-D1CA-F20F1B86913A}"/>
          </ac:spMkLst>
        </pc:spChg>
        <pc:spChg chg="add">
          <ac:chgData name="kofi AGYEI" userId="f4302dcbee6aeec9" providerId="Windows Live" clId="Web-{8D01A608-4319-4DDB-B395-EAAA00AA6FAB}" dt="2026-09-09T12:34:29.727" v="4"/>
          <ac:spMkLst>
            <pc:docMk/>
            <pc:sldMk cId="891249180" sldId="257"/>
            <ac:spMk id="11" creationId="{F13C74B1-5B17-4795-BED0-7140497B445A}"/>
          </ac:spMkLst>
        </pc:spChg>
        <pc:spChg chg="add">
          <ac:chgData name="kofi AGYEI" userId="f4302dcbee6aeec9" providerId="Windows Live" clId="Web-{8D01A608-4319-4DDB-B395-EAAA00AA6FAB}" dt="2026-09-09T12:34:29.727" v="4"/>
          <ac:spMkLst>
            <pc:docMk/>
            <pc:sldMk cId="891249180" sldId="257"/>
            <ac:spMk id="13" creationId="{D4974D33-8DC5-464E-8C6D-BE58F0669C17}"/>
          </ac:spMkLst>
        </pc:spChg>
        <pc:picChg chg="add mod ord">
          <ac:chgData name="kofi AGYEI" userId="f4302dcbee6aeec9" providerId="Windows Live" clId="Web-{8D01A608-4319-4DDB-B395-EAAA00AA6FAB}" dt="2026-09-09T12:34:29.727" v="4"/>
          <ac:picMkLst>
            <pc:docMk/>
            <pc:sldMk cId="891249180" sldId="257"/>
            <ac:picMk id="4" creationId="{E79F4914-85B7-D253-1F76-A24DEF2B4F37}"/>
          </ac:picMkLst>
        </pc:picChg>
        <pc:picChg chg="add mod ord">
          <ac:chgData name="kofi AGYEI" userId="f4302dcbee6aeec9" providerId="Windows Live" clId="Web-{8D01A608-4319-4DDB-B395-EAAA00AA6FAB}" dt="2026-09-09T12:37:11.905" v="9"/>
          <ac:picMkLst>
            <pc:docMk/>
            <pc:sldMk cId="891249180" sldId="257"/>
            <ac:picMk id="5" creationId="{1D340995-512C-56F7-04F3-949C681A58A5}"/>
          </ac:picMkLst>
        </pc:picChg>
      </pc:sldChg>
      <pc:sldChg chg="addSp delSp modSp new mod ord setBg">
        <pc:chgData name="kofi AGYEI" userId="f4302dcbee6aeec9" providerId="Windows Live" clId="Web-{8D01A608-4319-4DDB-B395-EAAA00AA6FAB}" dt="2026-09-09T13:11:25.651" v="162" actId="14100"/>
        <pc:sldMkLst>
          <pc:docMk/>
          <pc:sldMk cId="1639659669" sldId="258"/>
        </pc:sldMkLst>
        <pc:spChg chg="mod">
          <ac:chgData name="kofi AGYEI" userId="f4302dcbee6aeec9" providerId="Windows Live" clId="Web-{8D01A608-4319-4DDB-B395-EAAA00AA6FAB}" dt="2026-09-09T12:35:41.761" v="7"/>
          <ac:spMkLst>
            <pc:docMk/>
            <pc:sldMk cId="1639659669" sldId="258"/>
            <ac:spMk id="2" creationId="{395B7CF2-EDF2-9813-0B17-885373E6539B}"/>
          </ac:spMkLst>
        </pc:spChg>
        <pc:spChg chg="del">
          <ac:chgData name="kofi AGYEI" userId="f4302dcbee6aeec9" providerId="Windows Live" clId="Web-{8D01A608-4319-4DDB-B395-EAAA00AA6FAB}" dt="2026-09-09T12:35:37.933" v="6"/>
          <ac:spMkLst>
            <pc:docMk/>
            <pc:sldMk cId="1639659669" sldId="258"/>
            <ac:spMk id="3" creationId="{E65A36E8-0AE1-B08D-F10E-59E47586D0FF}"/>
          </ac:spMkLst>
        </pc:spChg>
        <pc:spChg chg="add">
          <ac:chgData name="kofi AGYEI" userId="f4302dcbee6aeec9" providerId="Windows Live" clId="Web-{8D01A608-4319-4DDB-B395-EAAA00AA6FAB}" dt="2026-09-09T12:35:41.761" v="7"/>
          <ac:spMkLst>
            <pc:docMk/>
            <pc:sldMk cId="1639659669" sldId="258"/>
            <ac:spMk id="8" creationId="{DF12505F-8E16-93D8-BC67-9C4BA3041181}"/>
          </ac:spMkLst>
        </pc:spChg>
        <pc:spChg chg="add">
          <ac:chgData name="kofi AGYEI" userId="f4302dcbee6aeec9" providerId="Windows Live" clId="Web-{8D01A608-4319-4DDB-B395-EAAA00AA6FAB}" dt="2026-09-09T12:35:41.761" v="7"/>
          <ac:spMkLst>
            <pc:docMk/>
            <pc:sldMk cId="1639659669" sldId="258"/>
            <ac:spMk id="11" creationId="{2B97F24A-32CE-4C1C-A50D-3016B394DCFB}"/>
          </ac:spMkLst>
        </pc:spChg>
        <pc:spChg chg="add">
          <ac:chgData name="kofi AGYEI" userId="f4302dcbee6aeec9" providerId="Windows Live" clId="Web-{8D01A608-4319-4DDB-B395-EAAA00AA6FAB}" dt="2026-09-09T12:35:41.761" v="7"/>
          <ac:spMkLst>
            <pc:docMk/>
            <pc:sldMk cId="1639659669" sldId="258"/>
            <ac:spMk id="13" creationId="{CD8B4F24-440B-49E9-B85D-733523DC064B}"/>
          </ac:spMkLst>
        </pc:spChg>
        <pc:picChg chg="add mod ord">
          <ac:chgData name="kofi AGYEI" userId="f4302dcbee6aeec9" providerId="Windows Live" clId="Web-{8D01A608-4319-4DDB-B395-EAAA00AA6FAB}" dt="2026-09-09T13:11:25.651" v="162" actId="14100"/>
          <ac:picMkLst>
            <pc:docMk/>
            <pc:sldMk cId="1639659669" sldId="258"/>
            <ac:picMk id="4" creationId="{1E6C6C71-1F8F-7323-2CF8-EFE9ED73C5B8}"/>
          </ac:picMkLst>
        </pc:picChg>
      </pc:sldChg>
      <pc:sldChg chg="addSp delSp modSp new">
        <pc:chgData name="kofi AGYEI" userId="f4302dcbee6aeec9" providerId="Windows Live" clId="Web-{8D01A608-4319-4DDB-B395-EAAA00AA6FAB}" dt="2026-09-09T13:09:10.115" v="130" actId="14100"/>
        <pc:sldMkLst>
          <pc:docMk/>
          <pc:sldMk cId="3921178544" sldId="259"/>
        </pc:sldMkLst>
        <pc:spChg chg="del">
          <ac:chgData name="kofi AGYEI" userId="f4302dcbee6aeec9" providerId="Windows Live" clId="Web-{8D01A608-4319-4DDB-B395-EAAA00AA6FAB}" dt="2026-09-09T12:43:42.935" v="31"/>
          <ac:spMkLst>
            <pc:docMk/>
            <pc:sldMk cId="3921178544" sldId="259"/>
            <ac:spMk id="3" creationId="{84A9F5C8-8481-FD76-0153-4B125F7BE9D1}"/>
          </ac:spMkLst>
        </pc:spChg>
        <pc:picChg chg="add mod ord">
          <ac:chgData name="kofi AGYEI" userId="f4302dcbee6aeec9" providerId="Windows Live" clId="Web-{8D01A608-4319-4DDB-B395-EAAA00AA6FAB}" dt="2026-09-09T13:09:10.115" v="130" actId="14100"/>
          <ac:picMkLst>
            <pc:docMk/>
            <pc:sldMk cId="3921178544" sldId="259"/>
            <ac:picMk id="4" creationId="{1187E3B7-78C2-59D7-ADC3-A158984DD965}"/>
          </ac:picMkLst>
        </pc:picChg>
      </pc:sldChg>
      <pc:sldChg chg="addSp delSp modSp new">
        <pc:chgData name="kofi AGYEI" userId="f4302dcbee6aeec9" providerId="Windows Live" clId="Web-{8D01A608-4319-4DDB-B395-EAAA00AA6FAB}" dt="2026-09-09T13:06:21.296" v="100" actId="14100"/>
        <pc:sldMkLst>
          <pc:docMk/>
          <pc:sldMk cId="3358306273" sldId="260"/>
        </pc:sldMkLst>
        <pc:spChg chg="del">
          <ac:chgData name="kofi AGYEI" userId="f4302dcbee6aeec9" providerId="Windows Live" clId="Web-{8D01A608-4319-4DDB-B395-EAAA00AA6FAB}" dt="2026-09-09T12:37:24.561" v="11"/>
          <ac:spMkLst>
            <pc:docMk/>
            <pc:sldMk cId="3358306273" sldId="260"/>
            <ac:spMk id="3" creationId="{12C37576-E36E-E903-463A-5437F8AA652A}"/>
          </ac:spMkLst>
        </pc:spChg>
        <pc:picChg chg="add mod ord">
          <ac:chgData name="kofi AGYEI" userId="f4302dcbee6aeec9" providerId="Windows Live" clId="Web-{8D01A608-4319-4DDB-B395-EAAA00AA6FAB}" dt="2026-09-09T13:06:21.296" v="100" actId="14100"/>
          <ac:picMkLst>
            <pc:docMk/>
            <pc:sldMk cId="3358306273" sldId="260"/>
            <ac:picMk id="4" creationId="{81BE6309-1E0E-A96D-C07E-326DFA0E2768}"/>
          </ac:picMkLst>
        </pc:picChg>
      </pc:sldChg>
      <pc:sldChg chg="addSp delSp modSp new ord">
        <pc:chgData name="kofi AGYEI" userId="f4302dcbee6aeec9" providerId="Windows Live" clId="Web-{8D01A608-4319-4DDB-B395-EAAA00AA6FAB}" dt="2026-09-09T13:08:47.411" v="124" actId="14100"/>
        <pc:sldMkLst>
          <pc:docMk/>
          <pc:sldMk cId="605704688" sldId="261"/>
        </pc:sldMkLst>
        <pc:spChg chg="del">
          <ac:chgData name="kofi AGYEI" userId="f4302dcbee6aeec9" providerId="Windows Live" clId="Web-{8D01A608-4319-4DDB-B395-EAAA00AA6FAB}" dt="2026-09-09T12:38:19.142" v="13"/>
          <ac:spMkLst>
            <pc:docMk/>
            <pc:sldMk cId="605704688" sldId="261"/>
            <ac:spMk id="3" creationId="{3DFA38D2-4F3D-5468-9B89-FE557421940C}"/>
          </ac:spMkLst>
        </pc:spChg>
        <pc:picChg chg="add mod ord">
          <ac:chgData name="kofi AGYEI" userId="f4302dcbee6aeec9" providerId="Windows Live" clId="Web-{8D01A608-4319-4DDB-B395-EAAA00AA6FAB}" dt="2026-09-09T13:08:47.411" v="124" actId="14100"/>
          <ac:picMkLst>
            <pc:docMk/>
            <pc:sldMk cId="605704688" sldId="261"/>
            <ac:picMk id="4" creationId="{D39957D2-96A0-DC99-978D-989058CD1D0E}"/>
          </ac:picMkLst>
        </pc:picChg>
      </pc:sldChg>
      <pc:sldChg chg="addSp delSp modSp new">
        <pc:chgData name="kofi AGYEI" userId="f4302dcbee6aeec9" providerId="Windows Live" clId="Web-{8D01A608-4319-4DDB-B395-EAAA00AA6FAB}" dt="2026-09-09T13:06:44.578" v="104" actId="14100"/>
        <pc:sldMkLst>
          <pc:docMk/>
          <pc:sldMk cId="1842616805" sldId="262"/>
        </pc:sldMkLst>
        <pc:spChg chg="del">
          <ac:chgData name="kofi AGYEI" userId="f4302dcbee6aeec9" providerId="Windows Live" clId="Web-{8D01A608-4319-4DDB-B395-EAAA00AA6FAB}" dt="2026-09-09T12:38:59.893" v="16"/>
          <ac:spMkLst>
            <pc:docMk/>
            <pc:sldMk cId="1842616805" sldId="262"/>
            <ac:spMk id="3" creationId="{D6BAB6B7-12DB-178C-2217-F5A10F095D52}"/>
          </ac:spMkLst>
        </pc:spChg>
        <pc:picChg chg="add mod ord">
          <ac:chgData name="kofi AGYEI" userId="f4302dcbee6aeec9" providerId="Windows Live" clId="Web-{8D01A608-4319-4DDB-B395-EAAA00AA6FAB}" dt="2026-09-09T13:06:44.578" v="104" actId="14100"/>
          <ac:picMkLst>
            <pc:docMk/>
            <pc:sldMk cId="1842616805" sldId="262"/>
            <ac:picMk id="4" creationId="{1BF702D2-A3FE-C241-BC03-070A4CB3E324}"/>
          </ac:picMkLst>
        </pc:picChg>
      </pc:sldChg>
      <pc:sldChg chg="addSp delSp modSp new">
        <pc:chgData name="kofi AGYEI" userId="f4302dcbee6aeec9" providerId="Windows Live" clId="Web-{8D01A608-4319-4DDB-B395-EAAA00AA6FAB}" dt="2026-09-09T13:08:28.285" v="120" actId="14100"/>
        <pc:sldMkLst>
          <pc:docMk/>
          <pc:sldMk cId="2352810251" sldId="263"/>
        </pc:sldMkLst>
        <pc:spChg chg="del">
          <ac:chgData name="kofi AGYEI" userId="f4302dcbee6aeec9" providerId="Windows Live" clId="Web-{8D01A608-4319-4DDB-B395-EAAA00AA6FAB}" dt="2026-09-09T12:43:10.230" v="28"/>
          <ac:spMkLst>
            <pc:docMk/>
            <pc:sldMk cId="2352810251" sldId="263"/>
            <ac:spMk id="3" creationId="{1F92606A-493E-F2C1-5D2E-559CB6549370}"/>
          </ac:spMkLst>
        </pc:spChg>
        <pc:picChg chg="add mod ord">
          <ac:chgData name="kofi AGYEI" userId="f4302dcbee6aeec9" providerId="Windows Live" clId="Web-{8D01A608-4319-4DDB-B395-EAAA00AA6FAB}" dt="2026-09-09T13:08:28.285" v="120" actId="14100"/>
          <ac:picMkLst>
            <pc:docMk/>
            <pc:sldMk cId="2352810251" sldId="263"/>
            <ac:picMk id="4" creationId="{A2DEA28B-EFDD-7004-36A8-E0502060ABFF}"/>
          </ac:picMkLst>
        </pc:picChg>
      </pc:sldChg>
      <pc:sldChg chg="addSp delSp modSp new">
        <pc:chgData name="kofi AGYEI" userId="f4302dcbee6aeec9" providerId="Windows Live" clId="Web-{8D01A608-4319-4DDB-B395-EAAA00AA6FAB}" dt="2026-09-09T13:07:50.174" v="112" actId="14100"/>
        <pc:sldMkLst>
          <pc:docMk/>
          <pc:sldMk cId="2162506227" sldId="264"/>
        </pc:sldMkLst>
        <pc:spChg chg="del">
          <ac:chgData name="kofi AGYEI" userId="f4302dcbee6aeec9" providerId="Windows Live" clId="Web-{8D01A608-4319-4DDB-B395-EAAA00AA6FAB}" dt="2026-09-09T12:42:07.525" v="24"/>
          <ac:spMkLst>
            <pc:docMk/>
            <pc:sldMk cId="2162506227" sldId="264"/>
            <ac:spMk id="3" creationId="{1364074E-6D39-7E4C-42C6-40D5ABC015EA}"/>
          </ac:spMkLst>
        </pc:spChg>
        <pc:picChg chg="add mod ord">
          <ac:chgData name="kofi AGYEI" userId="f4302dcbee6aeec9" providerId="Windows Live" clId="Web-{8D01A608-4319-4DDB-B395-EAAA00AA6FAB}" dt="2026-09-09T13:07:50.174" v="112" actId="14100"/>
          <ac:picMkLst>
            <pc:docMk/>
            <pc:sldMk cId="2162506227" sldId="264"/>
            <ac:picMk id="4" creationId="{4151AE7C-13C8-704D-05F0-9819951C685C}"/>
          </ac:picMkLst>
        </pc:picChg>
      </pc:sldChg>
      <pc:sldChg chg="addSp delSp modSp new">
        <pc:chgData name="kofi AGYEI" userId="f4302dcbee6aeec9" providerId="Windows Live" clId="Web-{8D01A608-4319-4DDB-B395-EAAA00AA6FAB}" dt="2026-09-09T13:08:09.175" v="116" actId="14100"/>
        <pc:sldMkLst>
          <pc:docMk/>
          <pc:sldMk cId="165182920" sldId="265"/>
        </pc:sldMkLst>
        <pc:spChg chg="del">
          <ac:chgData name="kofi AGYEI" userId="f4302dcbee6aeec9" providerId="Windows Live" clId="Web-{8D01A608-4319-4DDB-B395-EAAA00AA6FAB}" dt="2026-09-09T12:42:45.839" v="26"/>
          <ac:spMkLst>
            <pc:docMk/>
            <pc:sldMk cId="165182920" sldId="265"/>
            <ac:spMk id="3" creationId="{6946D76E-3AF5-A757-AE82-D010C6696DA0}"/>
          </ac:spMkLst>
        </pc:spChg>
        <pc:picChg chg="add mod ord">
          <ac:chgData name="kofi AGYEI" userId="f4302dcbee6aeec9" providerId="Windows Live" clId="Web-{8D01A608-4319-4DDB-B395-EAAA00AA6FAB}" dt="2026-09-09T13:08:09.175" v="116" actId="14100"/>
          <ac:picMkLst>
            <pc:docMk/>
            <pc:sldMk cId="165182920" sldId="265"/>
            <ac:picMk id="4" creationId="{4FB1C4DA-B229-D747-F8DB-9A23BF4FC83D}"/>
          </ac:picMkLst>
        </pc:picChg>
      </pc:sldChg>
      <pc:sldChg chg="addSp delSp modSp new">
        <pc:chgData name="kofi AGYEI" userId="f4302dcbee6aeec9" providerId="Windows Live" clId="Web-{8D01A608-4319-4DDB-B395-EAAA00AA6FAB}" dt="2026-09-09T13:07:31.768" v="108" actId="14100"/>
        <pc:sldMkLst>
          <pc:docMk/>
          <pc:sldMk cId="1083289151" sldId="266"/>
        </pc:sldMkLst>
        <pc:spChg chg="del">
          <ac:chgData name="kofi AGYEI" userId="f4302dcbee6aeec9" providerId="Windows Live" clId="Web-{8D01A608-4319-4DDB-B395-EAAA00AA6FAB}" dt="2026-09-09T12:40:50.960" v="22"/>
          <ac:spMkLst>
            <pc:docMk/>
            <pc:sldMk cId="1083289151" sldId="266"/>
            <ac:spMk id="3" creationId="{90BA242F-E19C-346C-8791-A7339771E293}"/>
          </ac:spMkLst>
        </pc:spChg>
        <pc:picChg chg="add mod ord">
          <ac:chgData name="kofi AGYEI" userId="f4302dcbee6aeec9" providerId="Windows Live" clId="Web-{8D01A608-4319-4DDB-B395-EAAA00AA6FAB}" dt="2026-09-09T13:07:31.768" v="108" actId="14100"/>
          <ac:picMkLst>
            <pc:docMk/>
            <pc:sldMk cId="1083289151" sldId="266"/>
            <ac:picMk id="4" creationId="{24AD6D25-403E-36E6-CDF4-5ED4F98FEDD6}"/>
          </ac:picMkLst>
        </pc:picChg>
      </pc:sldChg>
      <pc:sldChg chg="addSp delSp modSp new">
        <pc:chgData name="kofi AGYEI" userId="f4302dcbee6aeec9" providerId="Windows Live" clId="Web-{8D01A608-4319-4DDB-B395-EAAA00AA6FAB}" dt="2026-09-09T13:09:22.647" v="134" actId="14100"/>
        <pc:sldMkLst>
          <pc:docMk/>
          <pc:sldMk cId="1161517903" sldId="267"/>
        </pc:sldMkLst>
        <pc:spChg chg="del">
          <ac:chgData name="kofi AGYEI" userId="f4302dcbee6aeec9" providerId="Windows Live" clId="Web-{8D01A608-4319-4DDB-B395-EAAA00AA6FAB}" dt="2026-09-09T12:45:10.235" v="38"/>
          <ac:spMkLst>
            <pc:docMk/>
            <pc:sldMk cId="1161517903" sldId="267"/>
            <ac:spMk id="3" creationId="{5D0410C9-C2E1-E120-CC77-A5DFD6D8FC70}"/>
          </ac:spMkLst>
        </pc:spChg>
        <pc:picChg chg="add mod ord">
          <ac:chgData name="kofi AGYEI" userId="f4302dcbee6aeec9" providerId="Windows Live" clId="Web-{8D01A608-4319-4DDB-B395-EAAA00AA6FAB}" dt="2026-09-09T13:09:22.647" v="134" actId="14100"/>
          <ac:picMkLst>
            <pc:docMk/>
            <pc:sldMk cId="1161517903" sldId="267"/>
            <ac:picMk id="4" creationId="{B7666CF0-52CF-1AD0-C718-701795ED201E}"/>
          </ac:picMkLst>
        </pc:picChg>
      </pc:sldChg>
      <pc:sldChg chg="addSp delSp modSp new">
        <pc:chgData name="kofi AGYEI" userId="f4302dcbee6aeec9" providerId="Windows Live" clId="Web-{8D01A608-4319-4DDB-B395-EAAA00AA6FAB}" dt="2026-09-09T13:09:36.428" v="138" actId="14100"/>
        <pc:sldMkLst>
          <pc:docMk/>
          <pc:sldMk cId="484479743" sldId="268"/>
        </pc:sldMkLst>
        <pc:spChg chg="del">
          <ac:chgData name="kofi AGYEI" userId="f4302dcbee6aeec9" providerId="Windows Live" clId="Web-{8D01A608-4319-4DDB-B395-EAAA00AA6FAB}" dt="2026-09-09T12:50:18.293" v="39"/>
          <ac:spMkLst>
            <pc:docMk/>
            <pc:sldMk cId="484479743" sldId="268"/>
            <ac:spMk id="3" creationId="{3F195771-66A9-7E1C-CA17-585E3968ABA7}"/>
          </ac:spMkLst>
        </pc:spChg>
        <pc:picChg chg="add mod ord">
          <ac:chgData name="kofi AGYEI" userId="f4302dcbee6aeec9" providerId="Windows Live" clId="Web-{8D01A608-4319-4DDB-B395-EAAA00AA6FAB}" dt="2026-09-09T13:09:36.428" v="138" actId="14100"/>
          <ac:picMkLst>
            <pc:docMk/>
            <pc:sldMk cId="484479743" sldId="268"/>
            <ac:picMk id="4" creationId="{C4FF83E0-8D1E-35AA-A52E-6D7BDFC00BFF}"/>
          </ac:picMkLst>
        </pc:picChg>
      </pc:sldChg>
      <pc:sldChg chg="addSp delSp modSp new">
        <pc:chgData name="kofi AGYEI" userId="f4302dcbee6aeec9" providerId="Windows Live" clId="Web-{8D01A608-4319-4DDB-B395-EAAA00AA6FAB}" dt="2026-09-09T13:09:50.679" v="142" actId="14100"/>
        <pc:sldMkLst>
          <pc:docMk/>
          <pc:sldMk cId="3403064260" sldId="269"/>
        </pc:sldMkLst>
        <pc:spChg chg="del">
          <ac:chgData name="kofi AGYEI" userId="f4302dcbee6aeec9" providerId="Windows Live" clId="Web-{8D01A608-4319-4DDB-B395-EAAA00AA6FAB}" dt="2026-09-09T12:50:42.762" v="40"/>
          <ac:spMkLst>
            <pc:docMk/>
            <pc:sldMk cId="3403064260" sldId="269"/>
            <ac:spMk id="3" creationId="{2504E611-9D4F-633D-E0F1-E428D3A91343}"/>
          </ac:spMkLst>
        </pc:spChg>
        <pc:picChg chg="add mod ord">
          <ac:chgData name="kofi AGYEI" userId="f4302dcbee6aeec9" providerId="Windows Live" clId="Web-{8D01A608-4319-4DDB-B395-EAAA00AA6FAB}" dt="2026-09-09T13:09:50.679" v="142" actId="14100"/>
          <ac:picMkLst>
            <pc:docMk/>
            <pc:sldMk cId="3403064260" sldId="269"/>
            <ac:picMk id="4" creationId="{16931B99-06E7-9E99-C153-B8EF2A05D792}"/>
          </ac:picMkLst>
        </pc:picChg>
      </pc:sldChg>
      <pc:sldChg chg="addSp delSp modSp new">
        <pc:chgData name="kofi AGYEI" userId="f4302dcbee6aeec9" providerId="Windows Live" clId="Web-{8D01A608-4319-4DDB-B395-EAAA00AA6FAB}" dt="2026-09-09T13:10:11.867" v="146" actId="14100"/>
        <pc:sldMkLst>
          <pc:docMk/>
          <pc:sldMk cId="923587979" sldId="270"/>
        </pc:sldMkLst>
        <pc:spChg chg="del">
          <ac:chgData name="kofi AGYEI" userId="f4302dcbee6aeec9" providerId="Windows Live" clId="Web-{8D01A608-4319-4DDB-B395-EAAA00AA6FAB}" dt="2026-09-09T12:51:04.904" v="42"/>
          <ac:spMkLst>
            <pc:docMk/>
            <pc:sldMk cId="923587979" sldId="270"/>
            <ac:spMk id="3" creationId="{7701DE7B-91F3-23FA-AD3C-691D8834C44B}"/>
          </ac:spMkLst>
        </pc:spChg>
        <pc:picChg chg="add mod ord">
          <ac:chgData name="kofi AGYEI" userId="f4302dcbee6aeec9" providerId="Windows Live" clId="Web-{8D01A608-4319-4DDB-B395-EAAA00AA6FAB}" dt="2026-09-09T13:10:11.867" v="146" actId="14100"/>
          <ac:picMkLst>
            <pc:docMk/>
            <pc:sldMk cId="923587979" sldId="270"/>
            <ac:picMk id="4" creationId="{D50A8189-4A18-E4F6-DAE4-291242398FFD}"/>
          </ac:picMkLst>
        </pc:picChg>
      </pc:sldChg>
      <pc:sldChg chg="addSp delSp modSp new">
        <pc:chgData name="kofi AGYEI" userId="f4302dcbee6aeec9" providerId="Windows Live" clId="Web-{8D01A608-4319-4DDB-B395-EAAA00AA6FAB}" dt="2026-09-09T13:10:26.524" v="150" actId="14100"/>
        <pc:sldMkLst>
          <pc:docMk/>
          <pc:sldMk cId="1988858270" sldId="271"/>
        </pc:sldMkLst>
        <pc:spChg chg="del">
          <ac:chgData name="kofi AGYEI" userId="f4302dcbee6aeec9" providerId="Windows Live" clId="Web-{8D01A608-4319-4DDB-B395-EAAA00AA6FAB}" dt="2026-09-09T12:51:50.858" v="49"/>
          <ac:spMkLst>
            <pc:docMk/>
            <pc:sldMk cId="1988858270" sldId="271"/>
            <ac:spMk id="3" creationId="{691220A0-0AFD-7601-1401-93EB8D05E523}"/>
          </ac:spMkLst>
        </pc:spChg>
        <pc:picChg chg="add mod ord">
          <ac:chgData name="kofi AGYEI" userId="f4302dcbee6aeec9" providerId="Windows Live" clId="Web-{8D01A608-4319-4DDB-B395-EAAA00AA6FAB}" dt="2026-09-09T13:10:26.524" v="150" actId="14100"/>
          <ac:picMkLst>
            <pc:docMk/>
            <pc:sldMk cId="1988858270" sldId="271"/>
            <ac:picMk id="4" creationId="{4810F484-50A8-32E1-3685-8F34147769AD}"/>
          </ac:picMkLst>
        </pc:picChg>
      </pc:sldChg>
      <pc:sldChg chg="addSp delSp modSp new">
        <pc:chgData name="kofi AGYEI" userId="f4302dcbee6aeec9" providerId="Windows Live" clId="Web-{8D01A608-4319-4DDB-B395-EAAA00AA6FAB}" dt="2026-09-09T13:10:43.134" v="154" actId="14100"/>
        <pc:sldMkLst>
          <pc:docMk/>
          <pc:sldMk cId="645588624" sldId="272"/>
        </pc:sldMkLst>
        <pc:spChg chg="del">
          <ac:chgData name="kofi AGYEI" userId="f4302dcbee6aeec9" providerId="Windows Live" clId="Web-{8D01A608-4319-4DDB-B395-EAAA00AA6FAB}" dt="2026-09-09T12:52:08.015" v="50"/>
          <ac:spMkLst>
            <pc:docMk/>
            <pc:sldMk cId="645588624" sldId="272"/>
            <ac:spMk id="3" creationId="{F05E779D-C7B6-191D-A297-5A5AFFCEF681}"/>
          </ac:spMkLst>
        </pc:spChg>
        <pc:picChg chg="add mod ord">
          <ac:chgData name="kofi AGYEI" userId="f4302dcbee6aeec9" providerId="Windows Live" clId="Web-{8D01A608-4319-4DDB-B395-EAAA00AA6FAB}" dt="2026-09-09T13:10:43.134" v="154" actId="14100"/>
          <ac:picMkLst>
            <pc:docMk/>
            <pc:sldMk cId="645588624" sldId="272"/>
            <ac:picMk id="4" creationId="{B114F462-A0AC-86B6-13B3-30B0F6100A6F}"/>
          </ac:picMkLst>
        </pc:picChg>
      </pc:sldChg>
      <pc:sldChg chg="addSp delSp modSp new">
        <pc:chgData name="kofi AGYEI" userId="f4302dcbee6aeec9" providerId="Windows Live" clId="Web-{8D01A608-4319-4DDB-B395-EAAA00AA6FAB}" dt="2026-09-09T13:10:57.025" v="158" actId="14100"/>
        <pc:sldMkLst>
          <pc:docMk/>
          <pc:sldMk cId="2026584855" sldId="273"/>
        </pc:sldMkLst>
        <pc:spChg chg="del">
          <ac:chgData name="kofi AGYEI" userId="f4302dcbee6aeec9" providerId="Windows Live" clId="Web-{8D01A608-4319-4DDB-B395-EAAA00AA6FAB}" dt="2026-09-09T12:52:27.313" v="51"/>
          <ac:spMkLst>
            <pc:docMk/>
            <pc:sldMk cId="2026584855" sldId="273"/>
            <ac:spMk id="3" creationId="{FE043D24-868C-6A39-D1D1-83EEF7B60660}"/>
          </ac:spMkLst>
        </pc:spChg>
        <pc:picChg chg="add mod ord">
          <ac:chgData name="kofi AGYEI" userId="f4302dcbee6aeec9" providerId="Windows Live" clId="Web-{8D01A608-4319-4DDB-B395-EAAA00AA6FAB}" dt="2026-09-09T13:10:57.025" v="158" actId="14100"/>
          <ac:picMkLst>
            <pc:docMk/>
            <pc:sldMk cId="2026584855" sldId="273"/>
            <ac:picMk id="4" creationId="{8E1E82B8-70D7-833B-259B-D04AC247B7E3}"/>
          </ac:picMkLst>
        </pc:picChg>
      </pc:sldChg>
      <pc:sldChg chg="addSp delSp modSp new">
        <pc:chgData name="kofi AGYEI" userId="f4302dcbee6aeec9" providerId="Windows Live" clId="Web-{8D01A608-4319-4DDB-B395-EAAA00AA6FAB}" dt="2026-09-09T13:11:40.152" v="166" actId="14100"/>
        <pc:sldMkLst>
          <pc:docMk/>
          <pc:sldMk cId="579424195" sldId="274"/>
        </pc:sldMkLst>
        <pc:spChg chg="del">
          <ac:chgData name="kofi AGYEI" userId="f4302dcbee6aeec9" providerId="Windows Live" clId="Web-{8D01A608-4319-4DDB-B395-EAAA00AA6FAB}" dt="2026-09-09T12:52:56.564" v="56"/>
          <ac:spMkLst>
            <pc:docMk/>
            <pc:sldMk cId="579424195" sldId="274"/>
            <ac:spMk id="3" creationId="{306BB823-BE32-0AE2-1B89-AEC4A1CD62F1}"/>
          </ac:spMkLst>
        </pc:spChg>
        <pc:picChg chg="add mod ord">
          <ac:chgData name="kofi AGYEI" userId="f4302dcbee6aeec9" providerId="Windows Live" clId="Web-{8D01A608-4319-4DDB-B395-EAAA00AA6FAB}" dt="2026-09-09T13:11:40.152" v="166" actId="14100"/>
          <ac:picMkLst>
            <pc:docMk/>
            <pc:sldMk cId="579424195" sldId="274"/>
            <ac:picMk id="4" creationId="{31303CB3-DD46-D46C-C88E-9E03200A13E7}"/>
          </ac:picMkLst>
        </pc:picChg>
      </pc:sldChg>
      <pc:sldChg chg="addSp delSp modSp new">
        <pc:chgData name="kofi AGYEI" userId="f4302dcbee6aeec9" providerId="Windows Live" clId="Web-{8D01A608-4319-4DDB-B395-EAAA00AA6FAB}" dt="2026-09-09T13:11:59.824" v="172" actId="14100"/>
        <pc:sldMkLst>
          <pc:docMk/>
          <pc:sldMk cId="3313569021" sldId="275"/>
        </pc:sldMkLst>
        <pc:spChg chg="del">
          <ac:chgData name="kofi AGYEI" userId="f4302dcbee6aeec9" providerId="Windows Live" clId="Web-{8D01A608-4319-4DDB-B395-EAAA00AA6FAB}" dt="2026-09-09T12:53:21.549" v="57"/>
          <ac:spMkLst>
            <pc:docMk/>
            <pc:sldMk cId="3313569021" sldId="275"/>
            <ac:spMk id="3" creationId="{F7462361-BAD2-D128-6DAD-F9DF2A7658FC}"/>
          </ac:spMkLst>
        </pc:spChg>
        <pc:picChg chg="add mod ord">
          <ac:chgData name="kofi AGYEI" userId="f4302dcbee6aeec9" providerId="Windows Live" clId="Web-{8D01A608-4319-4DDB-B395-EAAA00AA6FAB}" dt="2026-09-09T13:11:59.824" v="172" actId="14100"/>
          <ac:picMkLst>
            <pc:docMk/>
            <pc:sldMk cId="3313569021" sldId="275"/>
            <ac:picMk id="4" creationId="{4E26774D-9004-7B50-0EBC-E63609EA2E2C}"/>
          </ac:picMkLst>
        </pc:picChg>
      </pc:sldChg>
      <pc:sldChg chg="addSp delSp modSp new">
        <pc:chgData name="kofi AGYEI" userId="f4302dcbee6aeec9" providerId="Windows Live" clId="Web-{8D01A608-4319-4DDB-B395-EAAA00AA6FAB}" dt="2026-09-09T13:12:29.794" v="180" actId="14100"/>
        <pc:sldMkLst>
          <pc:docMk/>
          <pc:sldMk cId="282761766" sldId="276"/>
        </pc:sldMkLst>
        <pc:spChg chg="del">
          <ac:chgData name="kofi AGYEI" userId="f4302dcbee6aeec9" providerId="Windows Live" clId="Web-{8D01A608-4319-4DDB-B395-EAAA00AA6FAB}" dt="2026-09-09T12:54:34.849" v="59"/>
          <ac:spMkLst>
            <pc:docMk/>
            <pc:sldMk cId="282761766" sldId="276"/>
            <ac:spMk id="3" creationId="{943D8E14-5C2C-B526-2AB2-FA1D30C9B4F9}"/>
          </ac:spMkLst>
        </pc:spChg>
        <pc:picChg chg="add mod ord">
          <ac:chgData name="kofi AGYEI" userId="f4302dcbee6aeec9" providerId="Windows Live" clId="Web-{8D01A608-4319-4DDB-B395-EAAA00AA6FAB}" dt="2026-09-09T13:12:29.794" v="180" actId="14100"/>
          <ac:picMkLst>
            <pc:docMk/>
            <pc:sldMk cId="282761766" sldId="276"/>
            <ac:picMk id="4" creationId="{90FD7A0D-95A9-02B8-C91F-E11182E35BA4}"/>
          </ac:picMkLst>
        </pc:picChg>
      </pc:sldChg>
      <pc:sldChg chg="addSp delSp modSp new">
        <pc:chgData name="kofi AGYEI" userId="f4302dcbee6aeec9" providerId="Windows Live" clId="Web-{8D01A608-4319-4DDB-B395-EAAA00AA6FAB}" dt="2026-09-09T13:12:15.887" v="176" actId="14100"/>
        <pc:sldMkLst>
          <pc:docMk/>
          <pc:sldMk cId="1167881429" sldId="277"/>
        </pc:sldMkLst>
        <pc:spChg chg="del">
          <ac:chgData name="kofi AGYEI" userId="f4302dcbee6aeec9" providerId="Windows Live" clId="Web-{8D01A608-4319-4DDB-B395-EAAA00AA6FAB}" dt="2026-09-09T12:54:18.114" v="58"/>
          <ac:spMkLst>
            <pc:docMk/>
            <pc:sldMk cId="1167881429" sldId="277"/>
            <ac:spMk id="3" creationId="{064992D4-B40C-79E3-AA55-BCD16817154F}"/>
          </ac:spMkLst>
        </pc:spChg>
        <pc:picChg chg="add mod ord">
          <ac:chgData name="kofi AGYEI" userId="f4302dcbee6aeec9" providerId="Windows Live" clId="Web-{8D01A608-4319-4DDB-B395-EAAA00AA6FAB}" dt="2026-09-09T13:12:15.887" v="176" actId="14100"/>
          <ac:picMkLst>
            <pc:docMk/>
            <pc:sldMk cId="1167881429" sldId="277"/>
            <ac:picMk id="4" creationId="{ECFDCD1A-4E94-C4BC-1E82-EB78D906D7FC}"/>
          </ac:picMkLst>
        </pc:picChg>
      </pc:sldChg>
      <pc:sldChg chg="addSp delSp modSp new">
        <pc:chgData name="kofi AGYEI" userId="f4302dcbee6aeec9" providerId="Windows Live" clId="Web-{8D01A608-4319-4DDB-B395-EAAA00AA6FAB}" dt="2026-09-09T13:12:46.263" v="184" actId="14100"/>
        <pc:sldMkLst>
          <pc:docMk/>
          <pc:sldMk cId="92941105" sldId="278"/>
        </pc:sldMkLst>
        <pc:spChg chg="del">
          <ac:chgData name="kofi AGYEI" userId="f4302dcbee6aeec9" providerId="Windows Live" clId="Web-{8D01A608-4319-4DDB-B395-EAAA00AA6FAB}" dt="2026-09-09T12:58:25.310" v="66"/>
          <ac:spMkLst>
            <pc:docMk/>
            <pc:sldMk cId="92941105" sldId="278"/>
            <ac:spMk id="3" creationId="{D15B8EF2-2221-FC77-8C28-80AF3AE90D9E}"/>
          </ac:spMkLst>
        </pc:spChg>
        <pc:picChg chg="add mod ord">
          <ac:chgData name="kofi AGYEI" userId="f4302dcbee6aeec9" providerId="Windows Live" clId="Web-{8D01A608-4319-4DDB-B395-EAAA00AA6FAB}" dt="2026-09-09T13:12:46.263" v="184" actId="14100"/>
          <ac:picMkLst>
            <pc:docMk/>
            <pc:sldMk cId="92941105" sldId="278"/>
            <ac:picMk id="4" creationId="{EC511F1C-7BD5-C706-2492-BC3B306E85A0}"/>
          </ac:picMkLst>
        </pc:picChg>
      </pc:sldChg>
      <pc:sldChg chg="addSp delSp modSp new">
        <pc:chgData name="kofi AGYEI" userId="f4302dcbee6aeec9" providerId="Windows Live" clId="Web-{8D01A608-4319-4DDB-B395-EAAA00AA6FAB}" dt="2026-09-09T13:13:02.326" v="188" actId="14100"/>
        <pc:sldMkLst>
          <pc:docMk/>
          <pc:sldMk cId="2618162922" sldId="279"/>
        </pc:sldMkLst>
        <pc:spChg chg="del">
          <ac:chgData name="kofi AGYEI" userId="f4302dcbee6aeec9" providerId="Windows Live" clId="Web-{8D01A608-4319-4DDB-B395-EAAA00AA6FAB}" dt="2026-09-09T12:58:39.139" v="67"/>
          <ac:spMkLst>
            <pc:docMk/>
            <pc:sldMk cId="2618162922" sldId="279"/>
            <ac:spMk id="3" creationId="{AAFD6D83-E30B-90D2-E171-EFA23BB0C3CE}"/>
          </ac:spMkLst>
        </pc:spChg>
        <pc:picChg chg="add mod ord">
          <ac:chgData name="kofi AGYEI" userId="f4302dcbee6aeec9" providerId="Windows Live" clId="Web-{8D01A608-4319-4DDB-B395-EAAA00AA6FAB}" dt="2026-09-09T13:13:02.326" v="188" actId="14100"/>
          <ac:picMkLst>
            <pc:docMk/>
            <pc:sldMk cId="2618162922" sldId="279"/>
            <ac:picMk id="4" creationId="{3EA9374D-7B93-15BE-AEFB-69FE2F8FAC0C}"/>
          </ac:picMkLst>
        </pc:picChg>
      </pc:sldChg>
      <pc:sldChg chg="addSp delSp modSp new">
        <pc:chgData name="kofi AGYEI" userId="f4302dcbee6aeec9" providerId="Windows Live" clId="Web-{8D01A608-4319-4DDB-B395-EAAA00AA6FAB}" dt="2026-09-09T13:13:14.967" v="192" actId="14100"/>
        <pc:sldMkLst>
          <pc:docMk/>
          <pc:sldMk cId="717513756" sldId="280"/>
        </pc:sldMkLst>
        <pc:spChg chg="del">
          <ac:chgData name="kofi AGYEI" userId="f4302dcbee6aeec9" providerId="Windows Live" clId="Web-{8D01A608-4319-4DDB-B395-EAAA00AA6FAB}" dt="2026-09-09T12:58:53.639" v="68"/>
          <ac:spMkLst>
            <pc:docMk/>
            <pc:sldMk cId="717513756" sldId="280"/>
            <ac:spMk id="3" creationId="{2B4C6B43-8409-AF9C-8B05-44E19CBE6110}"/>
          </ac:spMkLst>
        </pc:spChg>
        <pc:picChg chg="add mod ord">
          <ac:chgData name="kofi AGYEI" userId="f4302dcbee6aeec9" providerId="Windows Live" clId="Web-{8D01A608-4319-4DDB-B395-EAAA00AA6FAB}" dt="2026-09-09T13:13:14.967" v="192" actId="14100"/>
          <ac:picMkLst>
            <pc:docMk/>
            <pc:sldMk cId="717513756" sldId="280"/>
            <ac:picMk id="4" creationId="{D497590B-88F3-3D3E-7764-4E3FC43BC842}"/>
          </ac:picMkLst>
        </pc:picChg>
      </pc:sldChg>
      <pc:sldChg chg="addSp delSp modSp new ord">
        <pc:chgData name="kofi AGYEI" userId="f4302dcbee6aeec9" providerId="Windows Live" clId="Web-{8D01A608-4319-4DDB-B395-EAAA00AA6FAB}" dt="2026-09-09T13:14:41.893" v="207" actId="14100"/>
        <pc:sldMkLst>
          <pc:docMk/>
          <pc:sldMk cId="688408533" sldId="281"/>
        </pc:sldMkLst>
        <pc:spChg chg="del">
          <ac:chgData name="kofi AGYEI" userId="f4302dcbee6aeec9" providerId="Windows Live" clId="Web-{8D01A608-4319-4DDB-B395-EAAA00AA6FAB}" dt="2026-09-09T12:59:46.688" v="71"/>
          <ac:spMkLst>
            <pc:docMk/>
            <pc:sldMk cId="688408533" sldId="281"/>
            <ac:spMk id="3" creationId="{384DA9A4-66BE-4240-70A9-1FDF576275DB}"/>
          </ac:spMkLst>
        </pc:spChg>
        <pc:picChg chg="add mod ord">
          <ac:chgData name="kofi AGYEI" userId="f4302dcbee6aeec9" providerId="Windows Live" clId="Web-{8D01A608-4319-4DDB-B395-EAAA00AA6FAB}" dt="2026-09-09T13:14:41.893" v="207" actId="14100"/>
          <ac:picMkLst>
            <pc:docMk/>
            <pc:sldMk cId="688408533" sldId="281"/>
            <ac:picMk id="4" creationId="{4FD30A18-DE32-939F-7AF0-06B40B0C10D1}"/>
          </ac:picMkLst>
        </pc:picChg>
      </pc:sldChg>
      <pc:sldChg chg="addSp delSp modSp new">
        <pc:chgData name="kofi AGYEI" userId="f4302dcbee6aeec9" providerId="Windows Live" clId="Web-{8D01A608-4319-4DDB-B395-EAAA00AA6FAB}" dt="2026-09-09T13:13:28.827" v="196" actId="14100"/>
        <pc:sldMkLst>
          <pc:docMk/>
          <pc:sldMk cId="2622988687" sldId="282"/>
        </pc:sldMkLst>
        <pc:spChg chg="del">
          <ac:chgData name="kofi AGYEI" userId="f4302dcbee6aeec9" providerId="Windows Live" clId="Web-{8D01A608-4319-4DDB-B395-EAAA00AA6FAB}" dt="2026-09-09T12:59:16.218" v="69"/>
          <ac:spMkLst>
            <pc:docMk/>
            <pc:sldMk cId="2622988687" sldId="282"/>
            <ac:spMk id="3" creationId="{CD6B1852-AD7B-A5EC-D58E-AEE315DA36A2}"/>
          </ac:spMkLst>
        </pc:spChg>
        <pc:picChg chg="add mod ord">
          <ac:chgData name="kofi AGYEI" userId="f4302dcbee6aeec9" providerId="Windows Live" clId="Web-{8D01A608-4319-4DDB-B395-EAAA00AA6FAB}" dt="2026-09-09T13:13:28.827" v="196" actId="14100"/>
          <ac:picMkLst>
            <pc:docMk/>
            <pc:sldMk cId="2622988687" sldId="282"/>
            <ac:picMk id="4" creationId="{3677E3C2-1AE0-6A36-7678-A9997BB9D7C7}"/>
          </ac:picMkLst>
        </pc:picChg>
      </pc:sldChg>
      <pc:sldChg chg="addSp delSp modSp new">
        <pc:chgData name="kofi AGYEI" userId="f4302dcbee6aeec9" providerId="Windows Live" clId="Web-{8D01A608-4319-4DDB-B395-EAAA00AA6FAB}" dt="2026-09-09T13:13:49.922" v="202" actId="14100"/>
        <pc:sldMkLst>
          <pc:docMk/>
          <pc:sldMk cId="4244856605" sldId="283"/>
        </pc:sldMkLst>
        <pc:spChg chg="del">
          <ac:chgData name="kofi AGYEI" userId="f4302dcbee6aeec9" providerId="Windows Live" clId="Web-{8D01A608-4319-4DDB-B395-EAAA00AA6FAB}" dt="2026-09-09T12:59:29.984" v="70"/>
          <ac:spMkLst>
            <pc:docMk/>
            <pc:sldMk cId="4244856605" sldId="283"/>
            <ac:spMk id="3" creationId="{25615CDE-EB7B-7D63-29D3-F256A77E38DA}"/>
          </ac:spMkLst>
        </pc:spChg>
        <pc:picChg chg="add mod ord">
          <ac:chgData name="kofi AGYEI" userId="f4302dcbee6aeec9" providerId="Windows Live" clId="Web-{8D01A608-4319-4DDB-B395-EAAA00AA6FAB}" dt="2026-09-09T13:13:49.922" v="202" actId="14100"/>
          <ac:picMkLst>
            <pc:docMk/>
            <pc:sldMk cId="4244856605" sldId="283"/>
            <ac:picMk id="4" creationId="{DC5D8D6B-0E7F-F1C3-0EE9-8D602B81E141}"/>
          </ac:picMkLst>
        </pc:picChg>
      </pc:sldChg>
      <pc:sldChg chg="new del">
        <pc:chgData name="kofi AGYEI" userId="f4302dcbee6aeec9" providerId="Windows Live" clId="Web-{8D01A608-4319-4DDB-B395-EAAA00AA6FAB}" dt="2026-09-09T13:15:33.285" v="221"/>
        <pc:sldMkLst>
          <pc:docMk/>
          <pc:sldMk cId="1912088877" sldId="284"/>
        </pc:sldMkLst>
      </pc:sldChg>
      <pc:sldChg chg="new del">
        <pc:chgData name="kofi AGYEI" userId="f4302dcbee6aeec9" providerId="Windows Live" clId="Web-{8D01A608-4319-4DDB-B395-EAAA00AA6FAB}" dt="2026-09-09T13:15:35.754" v="222"/>
        <pc:sldMkLst>
          <pc:docMk/>
          <pc:sldMk cId="2955199313" sldId="285"/>
        </pc:sldMkLst>
      </pc:sldChg>
      <pc:sldChg chg="addSp delSp modSp new">
        <pc:chgData name="kofi AGYEI" userId="f4302dcbee6aeec9" providerId="Windows Live" clId="Web-{8D01A608-4319-4DDB-B395-EAAA00AA6FAB}" dt="2026-09-09T13:15:26.957" v="220" actId="14100"/>
        <pc:sldMkLst>
          <pc:docMk/>
          <pc:sldMk cId="2316637245" sldId="286"/>
        </pc:sldMkLst>
        <pc:spChg chg="del">
          <ac:chgData name="kofi AGYEI" userId="f4302dcbee6aeec9" providerId="Windows Live" clId="Web-{8D01A608-4319-4DDB-B395-EAAA00AA6FAB}" dt="2026-09-09T13:01:06.988" v="85"/>
          <ac:spMkLst>
            <pc:docMk/>
            <pc:sldMk cId="2316637245" sldId="286"/>
            <ac:spMk id="3" creationId="{22BB4006-FFED-9A9B-F68A-2FEE7873F5BE}"/>
          </ac:spMkLst>
        </pc:spChg>
        <pc:picChg chg="add mod ord">
          <ac:chgData name="kofi AGYEI" userId="f4302dcbee6aeec9" providerId="Windows Live" clId="Web-{8D01A608-4319-4DDB-B395-EAAA00AA6FAB}" dt="2026-09-09T13:15:26.957" v="220" actId="14100"/>
          <ac:picMkLst>
            <pc:docMk/>
            <pc:sldMk cId="2316637245" sldId="286"/>
            <ac:picMk id="4" creationId="{0D472A9B-15E3-6323-25C2-E33AF1DF3E51}"/>
          </ac:picMkLst>
        </pc:picChg>
      </pc:sldChg>
      <pc:sldChg chg="addSp delSp modSp new">
        <pc:chgData name="kofi AGYEI" userId="f4302dcbee6aeec9" providerId="Windows Live" clId="Web-{8D01A608-4319-4DDB-B395-EAAA00AA6FAB}" dt="2026-09-09T13:14:58.534" v="211" actId="14100"/>
        <pc:sldMkLst>
          <pc:docMk/>
          <pc:sldMk cId="3866146826" sldId="287"/>
        </pc:sldMkLst>
        <pc:spChg chg="del">
          <ac:chgData name="kofi AGYEI" userId="f4302dcbee6aeec9" providerId="Windows Live" clId="Web-{8D01A608-4319-4DDB-B395-EAAA00AA6FAB}" dt="2026-09-09T13:00:25.299" v="78"/>
          <ac:spMkLst>
            <pc:docMk/>
            <pc:sldMk cId="3866146826" sldId="287"/>
            <ac:spMk id="3" creationId="{177B1E52-FACA-47DB-0156-A03B044DF48E}"/>
          </ac:spMkLst>
        </pc:spChg>
        <pc:picChg chg="add mod ord">
          <ac:chgData name="kofi AGYEI" userId="f4302dcbee6aeec9" providerId="Windows Live" clId="Web-{8D01A608-4319-4DDB-B395-EAAA00AA6FAB}" dt="2026-09-09T13:14:58.534" v="211" actId="14100"/>
          <ac:picMkLst>
            <pc:docMk/>
            <pc:sldMk cId="3866146826" sldId="287"/>
            <ac:picMk id="4" creationId="{E10142C7-D120-39F7-11DB-D2022D54E3DD}"/>
          </ac:picMkLst>
        </pc:picChg>
      </pc:sldChg>
      <pc:sldChg chg="addSp delSp modSp new">
        <pc:chgData name="kofi AGYEI" userId="f4302dcbee6aeec9" providerId="Windows Live" clId="Web-{8D01A608-4319-4DDB-B395-EAAA00AA6FAB}" dt="2026-09-09T13:15:14.144" v="215" actId="14100"/>
        <pc:sldMkLst>
          <pc:docMk/>
          <pc:sldMk cId="874620278" sldId="288"/>
        </pc:sldMkLst>
        <pc:spChg chg="del">
          <ac:chgData name="kofi AGYEI" userId="f4302dcbee6aeec9" providerId="Windows Live" clId="Web-{8D01A608-4319-4DDB-B395-EAAA00AA6FAB}" dt="2026-09-09T13:00:40.659" v="79"/>
          <ac:spMkLst>
            <pc:docMk/>
            <pc:sldMk cId="874620278" sldId="288"/>
            <ac:spMk id="3" creationId="{8611A9CB-6A76-583B-D56F-3715A8FB39DF}"/>
          </ac:spMkLst>
        </pc:spChg>
        <pc:picChg chg="add mod ord">
          <ac:chgData name="kofi AGYEI" userId="f4302dcbee6aeec9" providerId="Windows Live" clId="Web-{8D01A608-4319-4DDB-B395-EAAA00AA6FAB}" dt="2026-09-09T13:15:14.144" v="215" actId="14100"/>
          <ac:picMkLst>
            <pc:docMk/>
            <pc:sldMk cId="874620278" sldId="288"/>
            <ac:picMk id="4" creationId="{70108800-7EE5-1650-3F68-655A61CAADF1}"/>
          </ac:picMkLst>
        </pc:picChg>
      </pc:sldChg>
      <pc:sldChg chg="addSp delSp modSp new">
        <pc:chgData name="kofi AGYEI" userId="f4302dcbee6aeec9" providerId="Windows Live" clId="Web-{8D01A608-4319-4DDB-B395-EAAA00AA6FAB}" dt="2026-09-09T13:16:44.772" v="239" actId="14100"/>
        <pc:sldMkLst>
          <pc:docMk/>
          <pc:sldMk cId="1994633817" sldId="289"/>
        </pc:sldMkLst>
        <pc:spChg chg="del">
          <ac:chgData name="kofi AGYEI" userId="f4302dcbee6aeec9" providerId="Windows Live" clId="Web-{8D01A608-4319-4DDB-B395-EAAA00AA6FAB}" dt="2026-09-09T13:03:15.383" v="94"/>
          <ac:spMkLst>
            <pc:docMk/>
            <pc:sldMk cId="1994633817" sldId="289"/>
            <ac:spMk id="3" creationId="{090E0BBB-E514-D011-6413-7AF232E2FAC9}"/>
          </ac:spMkLst>
        </pc:spChg>
        <pc:picChg chg="add mod ord">
          <ac:chgData name="kofi AGYEI" userId="f4302dcbee6aeec9" providerId="Windows Live" clId="Web-{8D01A608-4319-4DDB-B395-EAAA00AA6FAB}" dt="2026-09-09T13:16:44.772" v="239" actId="14100"/>
          <ac:picMkLst>
            <pc:docMk/>
            <pc:sldMk cId="1994633817" sldId="289"/>
            <ac:picMk id="4" creationId="{E877557F-1150-0A8C-54BC-5B1F41A393DF}"/>
          </ac:picMkLst>
        </pc:picChg>
      </pc:sldChg>
      <pc:sldChg chg="addSp delSp modSp new">
        <pc:chgData name="kofi AGYEI" userId="f4302dcbee6aeec9" providerId="Windows Live" clId="Web-{8D01A608-4319-4DDB-B395-EAAA00AA6FAB}" dt="2026-09-09T13:16:28.975" v="235" actId="14100"/>
        <pc:sldMkLst>
          <pc:docMk/>
          <pc:sldMk cId="456774334" sldId="290"/>
        </pc:sldMkLst>
        <pc:spChg chg="del">
          <ac:chgData name="kofi AGYEI" userId="f4302dcbee6aeec9" providerId="Windows Live" clId="Web-{8D01A608-4319-4DDB-B395-EAAA00AA6FAB}" dt="2026-09-09T13:02:16.412" v="88"/>
          <ac:spMkLst>
            <pc:docMk/>
            <pc:sldMk cId="456774334" sldId="290"/>
            <ac:spMk id="3" creationId="{FF930034-ED84-25CD-A38F-6C15F8CEFF0D}"/>
          </ac:spMkLst>
        </pc:spChg>
        <pc:picChg chg="add mod ord">
          <ac:chgData name="kofi AGYEI" userId="f4302dcbee6aeec9" providerId="Windows Live" clId="Web-{8D01A608-4319-4DDB-B395-EAAA00AA6FAB}" dt="2026-09-09T13:16:28.975" v="235" actId="14100"/>
          <ac:picMkLst>
            <pc:docMk/>
            <pc:sldMk cId="456774334" sldId="290"/>
            <ac:picMk id="4" creationId="{3545AC9E-7183-A36F-F108-3C2A8D6E5226}"/>
          </ac:picMkLst>
        </pc:picChg>
      </pc:sldChg>
      <pc:sldChg chg="addSp delSp modSp new">
        <pc:chgData name="kofi AGYEI" userId="f4302dcbee6aeec9" providerId="Windows Live" clId="Web-{8D01A608-4319-4DDB-B395-EAAA00AA6FAB}" dt="2026-09-09T13:16:14.304" v="231" actId="14100"/>
        <pc:sldMkLst>
          <pc:docMk/>
          <pc:sldMk cId="2740904239" sldId="291"/>
        </pc:sldMkLst>
        <pc:spChg chg="del">
          <ac:chgData name="kofi AGYEI" userId="f4302dcbee6aeec9" providerId="Windows Live" clId="Web-{8D01A608-4319-4DDB-B395-EAAA00AA6FAB}" dt="2026-09-09T13:01:49.599" v="87"/>
          <ac:spMkLst>
            <pc:docMk/>
            <pc:sldMk cId="2740904239" sldId="291"/>
            <ac:spMk id="3" creationId="{B9CB77DD-A301-1751-1558-FECCC5D6A8C8}"/>
          </ac:spMkLst>
        </pc:spChg>
        <pc:picChg chg="add mod ord">
          <ac:chgData name="kofi AGYEI" userId="f4302dcbee6aeec9" providerId="Windows Live" clId="Web-{8D01A608-4319-4DDB-B395-EAAA00AA6FAB}" dt="2026-09-09T13:16:14.304" v="231" actId="14100"/>
          <ac:picMkLst>
            <pc:docMk/>
            <pc:sldMk cId="2740904239" sldId="291"/>
            <ac:picMk id="4" creationId="{1782710C-E00D-7A29-AC00-7630ADC052D8}"/>
          </ac:picMkLst>
        </pc:picChg>
      </pc:sldChg>
      <pc:sldChg chg="addSp delSp modSp new">
        <pc:chgData name="kofi AGYEI" userId="f4302dcbee6aeec9" providerId="Windows Live" clId="Web-{8D01A608-4319-4DDB-B395-EAAA00AA6FAB}" dt="2026-09-09T13:15:57.614" v="227" actId="14100"/>
        <pc:sldMkLst>
          <pc:docMk/>
          <pc:sldMk cId="1041197660" sldId="292"/>
        </pc:sldMkLst>
        <pc:spChg chg="del">
          <ac:chgData name="kofi AGYEI" userId="f4302dcbee6aeec9" providerId="Windows Live" clId="Web-{8D01A608-4319-4DDB-B395-EAAA00AA6FAB}" dt="2026-09-09T13:01:35.536" v="86"/>
          <ac:spMkLst>
            <pc:docMk/>
            <pc:sldMk cId="1041197660" sldId="292"/>
            <ac:spMk id="3" creationId="{E4F02140-2361-54E2-80EE-FB5AE43257D2}"/>
          </ac:spMkLst>
        </pc:spChg>
        <pc:picChg chg="add mod ord">
          <ac:chgData name="kofi AGYEI" userId="f4302dcbee6aeec9" providerId="Windows Live" clId="Web-{8D01A608-4319-4DDB-B395-EAAA00AA6FAB}" dt="2026-09-09T13:15:57.614" v="227" actId="14100"/>
          <ac:picMkLst>
            <pc:docMk/>
            <pc:sldMk cId="1041197660" sldId="292"/>
            <ac:picMk id="4" creationId="{4761B998-19F8-C9B7-0126-9732C56DAFEB}"/>
          </ac:picMkLst>
        </pc:picChg>
      </pc:sldChg>
      <pc:sldChg chg="new del">
        <pc:chgData name="kofi AGYEI" userId="f4302dcbee6aeec9" providerId="Windows Live" clId="Web-{8D01A608-4319-4DDB-B395-EAAA00AA6FAB}" dt="2026-09-09T13:15:42.223" v="223"/>
        <pc:sldMkLst>
          <pc:docMk/>
          <pc:sldMk cId="3842608091" sldId="293"/>
        </pc:sldMkLst>
      </pc:sldChg>
      <pc:sldChg chg="addSp delSp modSp new">
        <pc:chgData name="kofi AGYEI" userId="f4302dcbee6aeec9" providerId="Windows Live" clId="Web-{8D01A608-4319-4DDB-B395-EAAA00AA6FAB}" dt="2026-09-09T13:16:59.507" v="243" actId="14100"/>
        <pc:sldMkLst>
          <pc:docMk/>
          <pc:sldMk cId="1383254431" sldId="294"/>
        </pc:sldMkLst>
        <pc:spChg chg="del">
          <ac:chgData name="kofi AGYEI" userId="f4302dcbee6aeec9" providerId="Windows Live" clId="Web-{8D01A608-4319-4DDB-B395-EAAA00AA6FAB}" dt="2026-09-09T13:03:35.978" v="95"/>
          <ac:spMkLst>
            <pc:docMk/>
            <pc:sldMk cId="1383254431" sldId="294"/>
            <ac:spMk id="3" creationId="{3C6444F6-91EB-9CDC-E25F-65632DCA6889}"/>
          </ac:spMkLst>
        </pc:spChg>
        <pc:picChg chg="add mod ord">
          <ac:chgData name="kofi AGYEI" userId="f4302dcbee6aeec9" providerId="Windows Live" clId="Web-{8D01A608-4319-4DDB-B395-EAAA00AA6FAB}" dt="2026-09-09T13:16:59.507" v="243" actId="14100"/>
          <ac:picMkLst>
            <pc:docMk/>
            <pc:sldMk cId="1383254431" sldId="294"/>
            <ac:picMk id="4" creationId="{3D88AE2A-DE40-5D38-F892-CE953C1E9C12}"/>
          </ac:picMkLst>
        </pc:picChg>
      </pc:sldChg>
      <pc:sldChg chg="addSp delSp modSp new">
        <pc:chgData name="kofi AGYEI" userId="f4302dcbee6aeec9" providerId="Windows Live" clId="Web-{8D01A608-4319-4DDB-B395-EAAA00AA6FAB}" dt="2026-09-09T13:20:57.781" v="251" actId="14100"/>
        <pc:sldMkLst>
          <pc:docMk/>
          <pc:sldMk cId="1547414252" sldId="295"/>
        </pc:sldMkLst>
        <pc:spChg chg="del">
          <ac:chgData name="kofi AGYEI" userId="f4302dcbee6aeec9" providerId="Windows Live" clId="Web-{8D01A608-4319-4DDB-B395-EAAA00AA6FAB}" dt="2026-09-09T13:20:22.186" v="247"/>
          <ac:spMkLst>
            <pc:docMk/>
            <pc:sldMk cId="1547414252" sldId="295"/>
            <ac:spMk id="3" creationId="{3A4FF3AC-A066-1A1B-96E9-B7837643CE6B}"/>
          </ac:spMkLst>
        </pc:spChg>
        <pc:picChg chg="add mod ord">
          <ac:chgData name="kofi AGYEI" userId="f4302dcbee6aeec9" providerId="Windows Live" clId="Web-{8D01A608-4319-4DDB-B395-EAAA00AA6FAB}" dt="2026-09-09T13:20:57.781" v="251" actId="14100"/>
          <ac:picMkLst>
            <pc:docMk/>
            <pc:sldMk cId="1547414252" sldId="295"/>
            <ac:picMk id="4" creationId="{E2CD60A0-C025-925D-6FBE-961922341087}"/>
          </ac:picMkLst>
        </pc:picChg>
      </pc:sldChg>
      <pc:sldChg chg="new del">
        <pc:chgData name="kofi AGYEI" userId="f4302dcbee6aeec9" providerId="Windows Live" clId="Web-{8D01A608-4319-4DDB-B395-EAAA00AA6FAB}" dt="2026-09-09T13:19:40.653" v="246"/>
        <pc:sldMkLst>
          <pc:docMk/>
          <pc:sldMk cId="1626868633" sldId="296"/>
        </pc:sldMkLst>
      </pc:sldChg>
      <pc:sldChg chg="new del">
        <pc:chgData name="kofi AGYEI" userId="f4302dcbee6aeec9" providerId="Windows Live" clId="Web-{8D01A608-4319-4DDB-B395-EAAA00AA6FAB}" dt="2026-09-09T13:19:37.841" v="245"/>
        <pc:sldMkLst>
          <pc:docMk/>
          <pc:sldMk cId="419315459" sldId="297"/>
        </pc:sldMkLst>
      </pc:sldChg>
      <pc:sldChg chg="new del">
        <pc:chgData name="kofi AGYEI" userId="f4302dcbee6aeec9" providerId="Windows Live" clId="Web-{8D01A608-4319-4DDB-B395-EAAA00AA6FAB}" dt="2026-09-09T13:19:34.341" v="244"/>
        <pc:sldMkLst>
          <pc:docMk/>
          <pc:sldMk cId="1803982626" sldId="29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Project 2: Enterprise Hybrid Lab &amp; Splunk SIEM Engineering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solidFill>
                  <a:srgbClr val="1F2328"/>
                </a:solidFill>
                <a:latin typeface="Mona Sans VF"/>
                <a:ea typeface="Mona Sans VF"/>
                <a:cs typeface="Mona Sans VF"/>
              </a:rPr>
              <a:t>Production Detection Engineering Snippets (Splunk SPL)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E302-0933-B0AB-F8CB-96937407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BE6309-1E0E-A96D-C07E-326DFA0E2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6"/>
            <a:ext cx="12192888" cy="685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0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A9E7-8711-A955-65D7-CCE11C54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F702D2-A3FE-C241-BC03-070A4CB3E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933"/>
            <a:ext cx="12195651" cy="6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1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995-F087-BBA2-DDDF-492C00A2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AD6D25-403E-36E6-CDF4-5ED4F98FE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9352"/>
            <a:ext cx="12172012" cy="70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8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EFBB-1950-EE29-6F7C-A7E54560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51AE7C-13C8-704D-05F0-9819951C6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9914" y="-933"/>
            <a:ext cx="12363740" cy="68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0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AF89-47BB-A2C2-CA9E-E3A864CE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B1C4DA-B229-D747-F8DB-9A23BF4FC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932"/>
            <a:ext cx="12195653" cy="68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10EC-68CD-2095-3939-EDB437E0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DEA28B-EFDD-7004-36A8-E0502060A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4" y="-12139"/>
            <a:ext cx="12195650" cy="68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1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4008-290A-B9C0-A2CF-0DAD4EBE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9957D2-96A0-DC99-978D-989058CD1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7"/>
            <a:ext cx="12182450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04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61B4-3846-AE87-C575-434D5754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87E3B7-78C2-59D7-ADC3-A158984DD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7" y="-933"/>
            <a:ext cx="12195653" cy="68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7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2487-C389-7F74-314C-098E67DE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666CF0-52CF-1AD0-C718-701795ED2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933"/>
            <a:ext cx="12195650" cy="68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17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6589-C03F-0CAF-3507-489D7620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FF83E0-8D1E-35AA-A52E-6D7BDFC00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12139"/>
            <a:ext cx="12195650" cy="68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79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A84D-5866-E617-FF0B-31E6ACDE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931B99-06E7-9E99-C153-B8EF2A05D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1525"/>
            <a:ext cx="12182451" cy="686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64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2E4-37B9-673E-1A69-EA3543D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0A8189-4A18-E4F6-DAE4-291242398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6"/>
            <a:ext cx="12172012" cy="686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87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0D05-D709-4BBA-D8CF-2C851C5E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10F484-50A8-32E1-3685-8F3414776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40" y="367541"/>
            <a:ext cx="12207687" cy="649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5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B975-9BF0-26BF-E1D2-8E65B0C4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14F462-A0AC-86B6-13B3-30B0F6100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23345"/>
            <a:ext cx="12195651" cy="688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8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3B5A-0608-4A2F-0FB0-18B752F4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1E82B8-70D7-833B-259B-D04AC247B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-933"/>
            <a:ext cx="12195650" cy="68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8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74315-BDA9-44E5-7353-EB32A1AA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340995-512C-56F7-04F3-949C681A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3339723"/>
            <a:ext cx="4243589" cy="2387019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9F4914-85B7-D253-1F76-A24DEF2B4F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8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1249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B7CF2-EDF2-9813-0B17-885373E65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12505F-8E16-93D8-BC67-9C4BA3041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6C6C71-1F8F-7323-2CF8-EFE9ED73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" y="-3054"/>
            <a:ext cx="12192896" cy="686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59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B26B-8794-8746-0F02-78AFEBD1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303CB3-DD46-D46C-C88E-9E03200A1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7" y="-932"/>
            <a:ext cx="12195652" cy="68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4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BAA9-3E5E-AD10-BA62-9EF1A7BB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26774D-9004-7B50-0EBC-E63609EA2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7" y="368861"/>
            <a:ext cx="12195652" cy="649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69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81B9-902B-8D13-E5C7-7CC8D563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FDCD1A-4E94-C4BC-1E82-EB78D906D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" y="9352"/>
            <a:ext cx="12185349" cy="684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81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2802-9375-DC08-71FF-A088742A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FD7A0D-95A9-02B8-C91F-E11182E35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10273"/>
            <a:ext cx="12195651" cy="6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1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493C-93C4-E4A2-EA5A-2C4F68D7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511F1C-7BD5-C706-2492-BC3B306E8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4" y="-12139"/>
            <a:ext cx="12195649" cy="68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1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A17B-882B-7172-9113-667F062B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A9374D-7B93-15BE-AEFB-69FE2F8FA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6" y="10273"/>
            <a:ext cx="12195652" cy="6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62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3B28-F3A5-AC26-6FC8-EDC476AE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97590B-88F3-3D3E-7764-4E3FC43BC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7"/>
            <a:ext cx="12182450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13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902F-00A1-F043-4228-E7DA1BE7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77E3C2-1AE0-6A36-7678-A9997BB9D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7" y="211978"/>
            <a:ext cx="12195652" cy="664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88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7197-DCA3-98A7-3B46-BABDFACB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5D8D6B-0E7F-F1C3-0EE9-8D602B81E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7"/>
            <a:ext cx="12182451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56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E6EE-7EB8-A2B4-BA5A-39C66A0E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D30A18-DE32-939F-7AF0-06B40B0C1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92704" y="-1086"/>
            <a:ext cx="14969491" cy="685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08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C6AF-61C6-7490-6AB5-E9FBE5FB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0142C7-D120-39F7-11DB-D2022D54E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664" y="-1087"/>
            <a:ext cx="12192889" cy="697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46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0CD2-CC22-A861-BB11-9D9B4A1D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108800-7EE5-1650-3F68-655A61CAA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7"/>
            <a:ext cx="12182450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20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EE5F-290F-B151-2773-9FCE5B4E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472A9B-15E3-6323-25C2-E33AF1DF3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40" y="-1687"/>
            <a:ext cx="12532657" cy="686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37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DC5B-5766-4B28-BF5A-5F657AE3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61B998-19F8-C9B7-0126-9732C56DA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10273"/>
            <a:ext cx="12195651" cy="68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97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2166-E620-934F-640C-37CFF56D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82710C-E00D-7A29-AC00-7630ADC05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28" y="368860"/>
            <a:ext cx="12186850" cy="649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04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6544-9B37-8F0F-9474-600B6B44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45AC9E-7183-A36F-F108-3C2A8D6E5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30" y="-933"/>
            <a:ext cx="12198059" cy="686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74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1F67-640B-212B-FA18-60DBB096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77557F-1150-0A8C-54BC-5B1F41A393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5" y="368861"/>
            <a:ext cx="12195651" cy="649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33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6713-4391-70A8-1020-07C76DA4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88AE2A-DE40-5D38-F892-CE953C1E9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" y="-1087"/>
            <a:ext cx="12172012" cy="6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54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B311-6EF9-ADD4-598C-128DAC79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CD60A0-C025-925D-6FBE-961922341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28" y="-932"/>
            <a:ext cx="12198056" cy="68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1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Project 2: Enterprise Hybrid Lab &amp; Splunk SIEM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159</cp:revision>
  <dcterms:created xsi:type="dcterms:W3CDTF">2026-09-09T12:27:08Z</dcterms:created>
  <dcterms:modified xsi:type="dcterms:W3CDTF">2026-09-09T13:20:59Z</dcterms:modified>
</cp:coreProperties>
</file>